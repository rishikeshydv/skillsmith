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Avg. resolution time (hrs)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 pilot</c:v>
                </c:pt>
                <c:pt idx="1">
                  <c:v>Pilot hubs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</c:v>
                </c:pt>
                <c:pt idx="1">
                  <c:v>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Support Ops Proposal for Northwind Logistics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Q3 2026 Review, prepared for Northwind Logistics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42% of Q3 Tickets Were Password Resets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1,201 of 2,860 support tickets in Q3 traced to a single resettable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Your Company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Current State vs. Proposed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2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Current</a:t>
            </a:r>
          </a:p>
          <a:p>
            <a:r>
              <a:rPr sz="1600"/>
              <a:t>Manual triage across all 11 hubs. Average resolution time: 6.2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212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Proposed</a:t>
            </a:r>
          </a:p>
          <a:p>
            <a:r>
              <a:rPr sz="1600"/>
              <a:t>AI-assisted triage, piloted in 3 hubs. Average resolution time: 2.1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Your Company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Resolution Time Dropped 66% in the Pilot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4592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22860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Pilot hubs resolved tickets in a third of the time it took the rest of the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Your Company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Rollout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Expand from 3 pilot hubs to all 11 hubs by end of Q1.</a:t>
            </a:r>
          </a:p>
          <a:p>
            <a:r>
              <a:rPr sz="1800"/>
              <a:t>Migrate the password-reset flow first; it is 42% of ticket volume.</a:t>
            </a:r>
          </a:p>
          <a:p>
            <a:r>
              <a:rPr sz="1800"/>
              <a:t>Train regional leads during the first two weeks of rollout.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Your Company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Decision Needed by August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Approve budget for the full 11-hub rollout.</a:t>
            </a:r>
          </a:p>
          <a:p>
            <a:r>
              <a:rPr sz="1800"/>
              <a:t>Confirm the training schedule with regional leads.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Your Company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