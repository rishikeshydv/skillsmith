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/>
              <a:t>Unlocking Seamless Support in a Fast-Paced World!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_tmp_logo_b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Our Solution Drives Real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We deliver a robust solution that empowers your team.</a:t>
            </a:r>
          </a:p>
          <a:p>
            <a:r>
              <a:rPr sz="1800"/>
              <a:t>Our platform is built for today's fast-paced world.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Our Solution Drives Real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Unlock the power of seamless collaboration.</a:t>
            </a:r>
          </a:p>
          <a:p>
            <a:r>
              <a:rPr sz="1800"/>
              <a:t>A true game-changer for how support 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Our Solution Drives Real Synergy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Cutting-edge technology meets world-class service.</a:t>
            </a:r>
          </a:p>
          <a:p>
            <a:r>
              <a:rPr sz="1800"/>
              <a:t>We help you leverage synergy across the org.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Our Solution Drives Real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 holistic approach to transformative growth.</a:t>
            </a:r>
          </a:p>
          <a:p>
            <a:r>
              <a:rPr sz="1800"/>
              <a:t>Best-in-class innovation, at the end of the 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Is This the Future of Support?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Imagine a world where every ticket resolves itself.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Implementation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000"/>
              <a:t>We roll out in phases across your organization.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Why Choose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We are passionate about excellence.</a:t>
            </a:r>
          </a:p>
          <a:p>
            <a:r>
              <a:rPr sz="1800"/>
              <a:t>Our team is dedicated to your success.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Our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We believe in strategic alignment.</a:t>
            </a:r>
          </a:p>
          <a:p>
            <a:r>
              <a:rPr sz="1800"/>
              <a:t>Our vision drives our mission forward.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Let's dive in and get started.</a:t>
            </a:r>
          </a:p>
          <a:p>
            <a:r>
              <a:rPr sz="1800"/>
              <a:t>We're excited to unlock new possibilities.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Looking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The future is bright for this partnership.</a:t>
            </a:r>
          </a:p>
          <a:p>
            <a:r>
              <a:rPr sz="1800"/>
              <a:t>Together we can achieve great things.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Our Commitment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We are committed to your growth journey.</a:t>
            </a:r>
          </a:p>
          <a:p>
            <a:r>
              <a:rPr sz="1800"/>
              <a:t>Excellence is at the core of everything we 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