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Q3 Operations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_tmp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12801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Ticket Volume Fell 18% After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Password-reset tickets dropped from 420/week to 344/week.</a:t>
            </a:r>
          </a:p>
          <a:p>
            <a:r>
              <a:rPr sz="1800"/>
              <a:t>Your Company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Next Steps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Expand rollout to the billing team.</a:t>
            </a:r>
          </a:p>
          <a:p>
            <a:r>
              <a:rPr sz="1800"/>
              <a:t>Your Company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