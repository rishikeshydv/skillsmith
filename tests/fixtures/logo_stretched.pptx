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/>
              <a:t>Title Slide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4" name="Picture 3" descr="_tmp_logo_stret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365760"/>
            <a:ext cx="18288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Adoption reached 42% among pilot users.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