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/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_tmp_logo_form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65760"/>
            <a:ext cx="128016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Adoption reached 42% among pilot users.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