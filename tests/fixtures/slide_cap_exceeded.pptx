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1 with some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2 with some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3 with some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4 with some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5 with some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6 with some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7 with some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8 with some detail.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9 with some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10 with some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11 with some detail.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Topic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Point 12 with some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