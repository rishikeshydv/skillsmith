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Project Update Phase 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Shipped to 3 pilot teams.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Project Update Phase Billing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Targets the billing team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