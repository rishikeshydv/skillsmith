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000"/>
              <a:t>This body text is set below the brand minimum.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