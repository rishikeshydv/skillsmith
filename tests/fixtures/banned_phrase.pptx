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Platform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Our seamless integration lets teams move faster.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