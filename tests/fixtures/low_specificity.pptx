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our strategy centers on growth and long term value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