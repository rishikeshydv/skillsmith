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What If We Moved Faster?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Cycle time dropped from 9 days to 4 days.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