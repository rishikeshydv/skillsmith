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_tmp_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4572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Adoption reached 42% among pilot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